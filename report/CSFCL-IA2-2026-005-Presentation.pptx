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9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embeddedFontLst>
    <p:embeddedFont>
      <p:font typeface="Marcellus" panose="020B060402020202020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90BE"/>
    <a:srgbClr val="7A828D"/>
    <a:srgbClr val="798999"/>
    <a:srgbClr val="606875"/>
    <a:srgbClr val="6D78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99F02-53A5-13D4-56A7-6769B31BDD47}" v="193" dt="2023-04-25T20:47:45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1983" autoAdjust="0"/>
  </p:normalViewPr>
  <p:slideViewPr>
    <p:cSldViewPr snapToGrid="0">
      <p:cViewPr>
        <p:scale>
          <a:sx n="69" d="100"/>
          <a:sy n="69" d="100"/>
        </p:scale>
        <p:origin x="-408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7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microsoft.com/office/2015/10/relationships/revisionInfo" Target="revisionInfo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58533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Introduce all three of us and the topic in one breath, then move 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The victims had no relationship with the company that lost their data.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RCE means an attacker on the internet runs commands on your server without a password.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Sources: GAO-18-559 and the House Oversight Committee report. The 10 March visit was never linked to the May attack.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Five ordinary failures lined up. No single one of them caused the breach.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Figures from Equifax's statement of May 2018.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Yashasvi Gupta. Hand over to Shubhpreet after this slide.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 If you get lost during the demo, ask which job the step is doing.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 The full commands are in docs/demo-guide.md. Run them live here.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 This is the strongest point in the whole presentation. Slow down.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Shubhpreet Kaur. Hand over to Shweta after this slide.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 Say the numbers clearly: two hundred and fifty crore.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Shweta Karandikar.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Presented by All three. All three of us on screen for this slide.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19124" y="-834886"/>
            <a:ext cx="5851525" cy="807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6" r:id="rId3"/>
    <p:sldLayoutId id="2147483657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202900" y="848726"/>
            <a:ext cx="7786200" cy="646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 smtClean="0" b="0">
                <a:solidFill>
                  <a:srgbClr val="CC0000"/>
                </a:solidFill>
                <a:latin typeface="Arial"/>
                <a:ea typeface="Marcellus"/>
                <a:cs typeface="Marcellus"/>
                <a:sym typeface="Marcellus"/>
              </a:rPr>
              <a:t>The Equifax Data Breach of 2017</a:t>
            </a:r>
            <a:endParaRPr lang="en-US" dirty="0">
              <a:solidFill>
                <a:srgbClr val="CC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50400" y="2103120"/>
            <a:ext cx="102912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Marcellus"/>
                <a:cs typeface="Marcellus"/>
                <a:sym typeface="Marcellus"/>
              </a:rPr>
              <a:t>Case study 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latin typeface="Arial"/>
              </a:rPr>
              <a:t/>
            </a:r>
            <a:endParaRPr lang="en-US" sz="2000" b="1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 b="0">
                <a:solidFill>
                  <a:schemeClr val="dk1"/>
                </a:solidFill>
                <a:latin typeface="Arial"/>
                <a:ea typeface="Marcellus"/>
                <a:cs typeface="Marcellus"/>
                <a:sym typeface="Marcellus"/>
              </a:rPr>
              <a:t>Forensic examination with Trivy</a:t>
            </a:r>
            <a:endParaRPr lang="en-US"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 b="0">
                <a:solidFill>
                  <a:schemeClr val="dk1"/>
                </a:solidFill>
                <a:latin typeface="Arial"/>
                <a:ea typeface="Marcellus"/>
                <a:cs typeface="Marcellus"/>
                <a:sym typeface="Marcellus"/>
              </a:rPr>
              <a:t>Indian compliance laws</a:t>
            </a:r>
            <a:endParaRPr lang="en-US"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225750" y="4248479"/>
            <a:ext cx="57405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b="0">
                <a:solidFill>
                  <a:schemeClr val="dk1"/>
                </a:solidFill>
                <a:latin typeface="Arial"/>
                <a:ea typeface="Marcellus"/>
                <a:cs typeface="Marcellus"/>
                <a:sym typeface="Marcellus"/>
              </a:rPr>
              <a:t>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 b="0">
                <a:solidFill>
                  <a:schemeClr val="dk1"/>
                </a:solidFill>
                <a:latin typeface="Arial"/>
                <a:ea typeface="Marcellus"/>
                <a:cs typeface="Marcellus"/>
                <a:sym typeface="Marcellus"/>
              </a:rPr>
              <a:t>Yashasvi Gupta (16010123341)</a:t>
            </a:r>
            <a:endParaRPr lang="en-US" sz="2000" dirty="0" smtClean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latin typeface="Arial"/>
              </a:rPr>
              <a:t>Shubhpreet Kaur (16010123328)</a:t>
            </a:r>
            <a:endParaRPr lang="en-US"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latin typeface="Arial"/>
              </a:rPr>
              <a:t>Shweta Karandikar (16010123329)</a:t>
            </a:r>
            <a:endParaRPr lang="en-US" sz="2000" dirty="0" smtClean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What this presentation covers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4003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case: who Equifax is, how the attackers got in, what they took and what happened afterwards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demonstration: rebuilding the vulnerable server and examining it with Trivy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findings, step by step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How Indian law would treat the same failures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Conclusion and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3317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95959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8036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4400" b="0" i="0">
                <a:solidFill>
                  <a:srgbClr val="CC0000"/>
                </a:solidFill>
                <a:latin typeface="Arial"/>
              </a:rPr>
              <a:t>The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Who Equifax 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One of the three big US credit bureaus, alongside Experian and TransUnion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Banks send it records of loans and repayments, and it sells credit reports and scores back to lenders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people in those records never signed up and cannot take themselves out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records include Social Security numbers, the US national identity number for anything financial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The flaw: CVE-2017-5638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4003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Apache Struts is a free Java framework for building web applications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flaw was in the Jakarta Multipart parser, the part that handles file uploads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crafted Content-Type header was run as an OGNL expression, so an attacker could run commands with no account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Remote code execution, CVSS 3.1 score 9.8 out of 10 (NVD)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Announced and fixed on 7 March 2017, in versions 2.3.32 and 2.5.10.1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62756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A fix existed from the first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How the attack happened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0462"/>
                <a:gridCol w="916657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Date (2017)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What happened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7 March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Apache announces the flaw and releases the fix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8 March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US-CERT warns Equifax to patch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9 March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Internal alert to about 430 people. The list is out of date and misses the portal's owners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10 March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Someone probes the dispute portal, runs whoami and takes nothing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15 March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Equifax scans 958 addresses and finds nothing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13 May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Attackers get in through the flaw and install web shells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29 July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An expired certificate is renewed and the attack is spotted at once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30 July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The dispute portal is shut down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7 September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The breach is announced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76 days inside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8193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About 30 web shells, secret back doors on the servers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database password found in plain text in a configuration file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That password opened 48 databases the portal never needed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About 9,000 queries, and 265 of them returned personal data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Data taken out in small encrypted pieces that looked like normal traffic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monitoring appliance was blind: its certificate had expired, 19 months earlier according to the House report and about 10 months according to GAO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181855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Found during routine maintenance, not by a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Why it was not stopped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35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 i="1">
                <a:solidFill>
                  <a:srgbClr val="595959"/>
                </a:solidFill>
                <a:latin typeface="Arial"/>
              </a:rPr>
              <a:t>Equifax's own five factors, as reported in GAO-18-559, pp. 15 to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712976"/>
          <a:ext cx="10607039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1830"/>
                <a:gridCol w="8735209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What went wrong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Identification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The patch alert missed the portal's owners and two scans missed the server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Detection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An expired certificate left encrypted traffic uninspected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Segmentation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The portal could reach 48 databases it did not need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Data governance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Database credentials were stored unencrypted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Query frequency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Nothing limited queries, so about 9,000 went through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What was taken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44589"/>
                <a:gridCol w="506245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US consumers affected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Name and date of birth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146.6 million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Social Security number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145.5 million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Address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99 million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Driver's licence number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17.6 million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Payment card number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209,000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3739896"/>
            <a:ext cx="1060704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About 147 million people in the US in total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UK: records of up to 13.8 million consumers accessed (FCA, 2023). Canada: about 19,000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What Equifax did afterwards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portal was patched, Mandiant was hired and the FBI was told on 2 August 2017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free year of TrustedID Premier credit monitoring was offered to every US consumer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chief information officer and chief security officer retired on 15 September, and the CEO on 26 September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manager was fired for not forwarding the 9 March patch alert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new chief information security officer reported directly to the CEO from February 2018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About $1.5 billion invested in security and technology by 2021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Regulators, courts and criminal cases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40" cy="3992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7840"/>
                <a:gridCol w="883920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June 2018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Consent order from eight US state banking regulators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September 2018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UK ICO fine of £500,000, the maximum under the Data Protection Act 1998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July 2019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US settlement of $575 million to $700 million with the FTC, CFPB and 50 states and territories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2018 and 2019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Two Equifax employees convicted of insider trading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February 2020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Four members of China's People's Liberation Army charged with the hack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October 2023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UK FCA fine of £11,164,400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3317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95959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8036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4400" b="0" i="0">
                <a:solidFill>
                  <a:srgbClr val="CC0000"/>
                </a:solidFill>
                <a:latin typeface="Arial"/>
              </a:rPr>
              <a:t>The demonstration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The question we examine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With the server's files in front of us, could the attack have been seen before it happened?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And what would an examiner find on the machine?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505456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We rebuilt the vulnerable server and examined it with Trivy.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Why Trivy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3124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breach turned on one vulnerable software component that nobody had patched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Trivy reads a system's files and names every component and version in them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matches each one against public vulnerability databases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also finds passwords in files, unsafe settings, and writes a full list of the software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only reads files, so the evidence is never run or changed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is free and scripted, so anyone can repeat the examination and check our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Trivy against each factor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3862"/>
                <a:gridCol w="4175111"/>
                <a:gridCol w="3498066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What Trivy checks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Identification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Known flaws in the installed software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 rootfs --scanners vuln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Identification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 list of all the software present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 rootfs --format cyclonedx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Data governance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Passwords and keys stored in files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 fs --scanners secret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Detection and segmentation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Unsafe server settings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 fs --scanners misconfig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4562856"/>
            <a:ext cx="10607040" cy="723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Limits on database queries are a setting on a live database, so no file scan can check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The evidence: a rebuilt Equifax server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17866"/>
                <a:gridCol w="738917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What it stands for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lib/struts2-core-2.5.10.jar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The real, vulnerable Apache Struts library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pom.xml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Libraries the application declares, all from before March 2017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config/database.properties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Database passwords in plain text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config/aws-credentials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Cloud access keys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config/acis-backup.pem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A private key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config/.env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A session secret and a GitHub token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Dockerfile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How the server is built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4562855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Only the Struts library is real. Every password and key is made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How we demonstrate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35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 i="1">
                <a:solidFill>
                  <a:srgbClr val="595959"/>
                </a:solidFill>
                <a:latin typeface="Arial"/>
              </a:rPr>
              <a:t>Every step does one of two jobs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712976"/>
          <a:ext cx="10607039" cy="198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98160"/>
                <a:gridCol w="5008879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Job A: prove the evidence is unchanged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Job B: find what is wrong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Hash every file before the examination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Trivy: known flaws in the software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Only ever read the files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Trivy: passwords and keys in files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Hash every file again and compare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Trivy: unsafe server settings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Hash every output file too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Trivy: a list of all the software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3822192"/>
            <a:ext cx="10607040" cy="723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hash is a fingerprint of a file. Change one byte and the fingerprint changes completely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The eleven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8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5880"/>
                <a:gridCol w="5736460"/>
                <a:gridCol w="4004698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bash scripts/run-investigation.sh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The whole examination and its summary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cat output/latest/evidence-hashes-before.txt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Fingerprints taken before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sha256sum -c output/latest/evidence-hashes-before.txt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Every file still matches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python scripts/show-cve.py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All known flaws, oldest first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python scripts/show-cve.py CVE-2017-5638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The Equifax flaw in detail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unzip -p struts2-core-2.5.10.jar .../pom.properties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The build date inside the library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grep on output/latest/03-secrets.txt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Passwords and keys found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cat scripts/trivy-secret-rules.yaml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The rules we wrote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grep on output/latest/04-misconfigurations.txt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Unsafe settings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grep on output/latest/05-sbom-cyclonedx.json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The software list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cat output/latest/artefact-hashes.txt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1F1F"/>
                          </a:solidFill>
                          <a:latin typeface="Arial"/>
                        </a:rPr>
                        <a:t>Fingerprints of our own output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Finding 1: the Equifax flaw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5621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CVE-2017-5638 in struts2-core 2.5.10: critical, CVSS 9.8, fixed in 2.3.32 and 2.5.10.1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Trivy lists 21 known flaws in this library today, but its database is from 2026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Only 2 were public before the intrusion on 13 May 2017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2924556"/>
          <a:ext cx="1060703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55632"/>
                <a:gridCol w="4055632"/>
                <a:gridCol w="2495774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Published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CVE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4 July 2016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CVE-2016-4465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11 March 2017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CVE-2017-5638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4241292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A scan in spring 2017 would have shown one critical flaw: the one the attackers used.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Finding 2: passwords and keys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3009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11 secrets in 4 files, 9 of them critical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Four database passwords in plain text, two for databases the portal had no reason to reach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Trivy's built-in rules missed them, so we wrote two rules of our own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Our first rule missed one password, and we caught that by checking every line by hand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secret scan also missed two secrets in the Dockerfile. The configuration scan caught both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Finding 3: settings and software list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676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5 failed configuration results, from 4 checks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server runs as root, so running code on it means owning the whole machine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Two secrets written into ENV lines end up inside the built image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Trivy's software list, in CycloneDX 1.7 format, names struts2-core 2.5.10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38856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Equifax could not say which servers ran Struts. This list answers that.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Finding 4: the evidence did not change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981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SHA-256 fingerprints of all 7 files, taken before and after: identical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sha256sum -c checks every file again: all OK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Struts JAR's SHA-1 matches the one Maven Central publishes, so it is the genuine release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Every output file is fingerprinted too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Putting the evidence together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1584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90276"/>
                <a:gridCol w="5816763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What it adds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CVE-2017-5638 in the library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 way in, with no password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USER root in the Dockerfile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Full control once inside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Plaintext database passwords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Access to every database they open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2947416"/>
            <a:ext cx="10607040" cy="723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Library built on 27 January 2017, fix released on 7 March, intrusion on 13 May: the fix was public for 67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99332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Three independent findings, one attack path.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3317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0" i="0">
                <a:solidFill>
                  <a:srgbClr val="595959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88036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4400" b="0" i="0">
                <a:solidFill>
                  <a:srgbClr val="CC0000"/>
                </a:solidFill>
                <a:latin typeface="Arial"/>
              </a:rPr>
              <a:t>Indian law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Why Indian law applies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590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Equifax runs a credit bureau in India: Equifax Credit Information Services Private Limited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is registered with the RBI under the Credit Information Companies (Regulation) Act, 2005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IT Act sections 1(2) and 75 reach acts outside India that involve a computer in India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We ask what would happen if the same failures hit the Indian company today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Law in force now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93945"/>
                <a:gridCol w="651309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Law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Arial"/>
                        </a:rPr>
                        <a:t>What it requires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IT Act s.43A and SPDI Rules 2011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Reasonable security practices for sensitive data, including passwords. Compensation has no upper limit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CERT-In Directions 2022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Report a breach within 6 hours and keep 180 days of logs in India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CICRA 2005, s.19 and s.20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Credit data kept accurate and secure, under privacy principles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IT Act s.43, 66 and 66C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Offences by the attackers, up to 3 years in prison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RBI Directions for credit bureaus, July 2026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F1F1F"/>
                          </a:solidFill>
                          <a:latin typeface="Arial"/>
                        </a:rPr>
                        <a:t>Cybersecurity and technology risk controls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4654295"/>
            <a:ext cx="10607040" cy="723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Section 72A does not fit: it covers deliberate disclosure by a contractor, not theft by outsiders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From 13 May 2027: the DPDP 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7239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DPDP Rules were notified on 13 November 2025, and the main duties start 18 months later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2086356"/>
          <a:ext cx="10607039" cy="1798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735209"/>
                <a:gridCol w="187183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Duty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Maximum penalty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s.8(5): reasonable security safeguards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₹250 crore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s.8(6) and Rule 7: tell the Board and every affected person, full report within 72 hours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₹200 crore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" y="4012692"/>
            <a:ext cx="10607040" cy="4191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Section 43A of the IT Act is removed on the same day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Deadlines compared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607039" cy="2499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3954"/>
                <a:gridCol w="5353085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The law expects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Arial"/>
                        </a:rPr>
                        <a:t>Equifax did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Report to CERT-In within 6 hours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Told the FBI after 4 days and the public after 40 days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Keep 180 days of logs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Web server logs kept for 14 days, or 30 days online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From 2027: a full report to the Board within 72 hours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F1F1F"/>
                          </a:solidFill>
                          <a:latin typeface="Arial"/>
                        </a:rPr>
                        <a:t>Affected people heard after 40 days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8C8C8"/>
                      </a:solidFill>
                      <a:prstDash val="soli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Would our evidence stand up in an Indian court?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1717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Electronic records come under section 63 of the Bharatiya Sakshya Adhiniyam, 2023, in force since 1 July 2024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certificate goes with the record, signed by the person in charge and by an expert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certificate asks for the hash value of each record and the algorithm: SHA1, SHA256 or MD5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534156"/>
            <a:ext cx="1060704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Our SHA-256 fingerprints are what that certificate would carry.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676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rebuilt server contains CVE-2017-5638, and Trivy finds it in seconds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Counting only flaws public on 13 May 2017, it is the one critical finding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same server runs as root and keeps four database passwords in plain text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evidence was unchanged from start to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38856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100" b="1" i="0">
                <a:solidFill>
                  <a:srgbClr val="CC0000"/>
                </a:solidFill>
                <a:latin typeface="Arial"/>
              </a:rPr>
              <a:t>The attack could have been seen coming. Whether anyone would have acted on it, the evidence cannot say.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24003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evidence is a reconstruction built from published reports, not Equifax's own disk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A copy of files holds no deleted data, and a web server has no browser history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Trivy only knows flaws that have been published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Our secret rules find only what their patterns describe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The DPDP analysis describes the law as it stands in September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2004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3000" b="0" i="0">
                <a:solidFill>
                  <a:srgbClr val="CC0000"/>
                </a:solidFill>
                <a:latin typeface="Arial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1560" y="1069848"/>
            <a:ext cx="10607040" cy="0"/>
          </a:xfrm>
          <a:prstGeom prst="line">
            <a:avLst/>
          </a:prstGeom>
          <a:ln w="158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51560" y="1234440"/>
            <a:ext cx="10607040" cy="15621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Repository: https://github.com/Yashvi2874/csfcl-ia2-equifax-trivy-forensics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Main sources: GAO-18-559 (2018) and the US House Oversight Committee report (2018)</a:t>
            </a:r>
          </a:p>
          <a:p>
            <a:pPr marL="329184" indent="-274320">
              <a:lnSpc>
                <a:spcPct val="105000"/>
              </a:lnSpc>
              <a:spcAft>
                <a:spcPts val="900"/>
              </a:spcAft>
              <a:buClr>
                <a:srgbClr val="CC0000"/>
              </a:buClr>
              <a:buSzPct val="100000"/>
              <a:buFont typeface="Arial"/>
              <a:buChar char="•"/>
            </a:pPr>
            <a:r>
              <a:rPr sz="2000" b="0" i="0">
                <a:solidFill>
                  <a:srgbClr val="1F1F1F"/>
                </a:solidFill>
                <a:latin typeface="Arial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 IA2</Template>
  <TotalTime>229</TotalTime>
  <Words>16</Words>
  <Application>Microsoft Office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Marcellus</vt:lpstr>
      <vt:lpstr>Default Design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 Nikam</dc:creator>
  <cp:lastModifiedBy>Admin</cp:lastModifiedBy>
  <cp:revision>81</cp:revision>
  <dcterms:created xsi:type="dcterms:W3CDTF">2023-04-23T12:51:19Z</dcterms:created>
  <dcterms:modified xsi:type="dcterms:W3CDTF">2024-09-30T09:29:35Z</dcterms:modified>
</cp:coreProperties>
</file>